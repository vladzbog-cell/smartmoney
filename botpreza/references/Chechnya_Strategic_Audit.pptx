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0E93492-5DCE-00E4-5ECE-04A263D1F03B}"/>
              </a:ext>
            </a:extLst>
          </p:cNvPr>
          <p:cNvSpPr/>
          <p:nvPr/>
        </p:nvSpPr>
        <p:spPr>
          <a:xfrm>
            <a:off x="14427200" y="7277100"/>
            <a:ext cx="1828800" cy="182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55172C9-70CC-7D61-B743-DA0F697FA2C6}"/>
              </a:ext>
            </a:extLst>
          </p:cNvPr>
          <p:cNvSpPr/>
          <p:nvPr/>
        </p:nvSpPr>
        <p:spPr>
          <a:xfrm flipV="1">
            <a:off x="14825662" y="8748713"/>
            <a:ext cx="1430338" cy="357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B81831-1823-CE52-484D-945985E3C013}"/>
              </a:ext>
            </a:extLst>
          </p:cNvPr>
          <p:cNvSpPr/>
          <p:nvPr/>
        </p:nvSpPr>
        <p:spPr>
          <a:xfrm>
            <a:off x="13833474" y="8203405"/>
            <a:ext cx="2422526" cy="902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70FD3F9-8F39-3F1C-8EE1-62423ED97B6B}"/>
              </a:ext>
            </a:extLst>
          </p:cNvPr>
          <p:cNvSpPr/>
          <p:nvPr/>
        </p:nvSpPr>
        <p:spPr>
          <a:xfrm>
            <a:off x="13952537" y="8647906"/>
            <a:ext cx="2303463" cy="4579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600BF2D-E5E2-933E-5FD0-1D6920704EF9}"/>
              </a:ext>
            </a:extLst>
          </p:cNvPr>
          <p:cNvSpPr/>
          <p:nvPr/>
        </p:nvSpPr>
        <p:spPr>
          <a:xfrm>
            <a:off x="14666912" y="8203406"/>
            <a:ext cx="1589088" cy="9024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D23C4BB-8BE9-7DDA-D814-C4F31B8FA989}"/>
              </a:ext>
            </a:extLst>
          </p:cNvPr>
          <p:cNvSpPr/>
          <p:nvPr/>
        </p:nvSpPr>
        <p:spPr>
          <a:xfrm>
            <a:off x="14349412" y="8727281"/>
            <a:ext cx="1906588" cy="378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B61D14B-725F-7A86-BE56-A2F236001E2E}"/>
              </a:ext>
            </a:extLst>
          </p:cNvPr>
          <p:cNvSpPr/>
          <p:nvPr/>
        </p:nvSpPr>
        <p:spPr>
          <a:xfrm>
            <a:off x="14150974" y="8687593"/>
            <a:ext cx="2105026" cy="4183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Жердочка Владислав Алексеевич</cp:lastModifiedBy>
  <cp:revision>2</cp:revision>
  <dcterms:created xsi:type="dcterms:W3CDTF">2006-08-16T00:00:00Z</dcterms:created>
  <dcterms:modified xsi:type="dcterms:W3CDTF">2026-04-06T18:09:11Z</dcterms:modified>
</cp:coreProperties>
</file>