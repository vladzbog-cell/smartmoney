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324303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3B4D18-46C6-2BF8-E8D4-7E3F418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386" y="814198"/>
            <a:ext cx="5617228" cy="751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4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Жердочка Владислав Алексеевич</cp:lastModifiedBy>
  <cp:revision>3</cp:revision>
  <dcterms:created xsi:type="dcterms:W3CDTF">2006-08-16T00:00:00Z</dcterms:created>
  <dcterms:modified xsi:type="dcterms:W3CDTF">2026-04-03T15:51:42Z</dcterms:modified>
</cp:coreProperties>
</file>