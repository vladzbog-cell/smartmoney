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4635" autoAdjust="0"/>
  </p:normalViewPr>
  <p:slideViewPr>
    <p:cSldViewPr>
      <p:cViewPr varScale="1">
        <p:scale>
          <a:sx n="82" d="100"/>
          <a:sy n="82" d="100"/>
        </p:scale>
        <p:origin x="64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324303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Произвольный</PresentationFormat>
  <Paragraphs>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Софья Шитова</cp:lastModifiedBy>
  <cp:revision>4</cp:revision>
  <dcterms:created xsi:type="dcterms:W3CDTF">2006-08-16T00:00:00Z</dcterms:created>
  <dcterms:modified xsi:type="dcterms:W3CDTF">2026-04-06T16:18:39Z</dcterms:modified>
</cp:coreProperties>
</file>