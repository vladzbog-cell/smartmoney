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95847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5135727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Тест гибридной верстки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97480"/>
            <a:ext cx="51357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ECF2"/>
                </a:solidFill>
                <a:latin typeface="Arial"/>
              </a:rPr>
              <a:t>• Первый тезис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02152"/>
            <a:ext cx="51357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ECF2"/>
                </a:solidFill>
                <a:latin typeface="Arial"/>
              </a:rPr>
              <a:t>• Второй тезис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06824"/>
            <a:ext cx="5135727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8ECF2"/>
                </a:solidFill>
                <a:latin typeface="Arial"/>
              </a:rPr>
              <a:t>• Третий тезис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