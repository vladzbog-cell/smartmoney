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4145176" cy="6858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26888" y="0"/>
            <a:ext cx="1828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3203344" cy="1874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Проверка живой генерации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578608"/>
            <a:ext cx="3203344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E8ECF2"/>
                </a:solidFill>
                <a:latin typeface="Arial"/>
              </a:rPr>
              <a:t>• Шлюз отвечает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383279"/>
            <a:ext cx="3203344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E8ECF2"/>
                </a:solidFill>
                <a:latin typeface="Arial"/>
              </a:rPr>
              <a:t>• Фон сгенерирован моделью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4187952"/>
            <a:ext cx="3203344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E8ECF2"/>
                </a:solidFill>
                <a:latin typeface="Arial"/>
              </a:rPr>
              <a:t>• Гибридная верстка работает</a:t>
            </a:r>
          </a:p>
        </p:txBody>
      </p:sp>
      <p:sp>
        <p:nvSpPr>
          <p:cNvPr id="9" name="Oval 8"/>
          <p:cNvSpPr/>
          <p:nvPr/>
        </p:nvSpPr>
        <p:spPr>
          <a:xfrm>
            <a:off x="6083704" y="2011680"/>
            <a:ext cx="2926080" cy="2926080"/>
          </a:xfrm>
          <a:prstGeom prst="ellipse">
            <a:avLst/>
          </a:prstGeom>
          <a:noFill/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40904" y="2468880"/>
            <a:ext cx="2011680" cy="2011680"/>
          </a:xfrm>
          <a:prstGeom prst="ellipse">
            <a:avLst/>
          </a:prstGeom>
          <a:noFill/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943240" y="2871216"/>
            <a:ext cx="1207008" cy="1207008"/>
          </a:xfrm>
          <a:prstGeom prst="ellipse">
            <a:avLst/>
          </a:prstGeom>
          <a:noFill/>
          <a:ln w="177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45576" y="3273552"/>
            <a:ext cx="402336" cy="40233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